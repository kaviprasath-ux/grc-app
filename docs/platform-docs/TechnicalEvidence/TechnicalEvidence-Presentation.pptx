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8288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8E5"/>
                </a:solidFill>
                <a:latin typeface="Calibri"/>
              </a:rPr>
              <a:t>GLIMMORA TECHNICAL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Continuous, Audit-Grade Compliance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4F7FC"/>
                </a:solidFill>
                <a:latin typeface="Calibri"/>
              </a:rPr>
              <a:t>Automatically collected from the tools your security team already 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Calibri"/>
              </a:rPr>
              <a:t>Glimmora International  •  info@glimmora.ai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Evidence collection is the silent killer of audit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Compliance teams spend 3–6 hours per control owner per audit, every audit, chasing the same artefacts.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Evidence lives across nine consoles — Azure, GCP, ServiceNow, Tenable, Acunetix, Cisco, Palo Alto, FortiGate, custom.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Screenshots and CSV exports are stale the moment they're attached; auditors challenge provenance.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Every new tool the security team adopts is another six-week custom integration project for GRC.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Regulators are converging on continuous-compliance expectations: 'designed' is no longer enough; controls must be operating.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Connect once. Collect on demand. Publish into GRC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 vault for nine pre-built connectors — 90-second paste-and-test setup per platform.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On-demand data collection: click a card, the connector fetches live data, records are hashed and stored.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suggests which control(s) the collection maps to. One click confirms.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Evidence is auto-published into the GRC Evidence library with the original CSV attached and a full provenance trail.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Credentials are AES-256-GCM encrypted; raw secrets never appear in logs or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103120" cy="19202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1.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920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7FC"/>
                </a:solidFill>
                <a:latin typeface="Calibri"/>
              </a:rPr>
              <a:t>Encrypted credential stored under tenant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194560"/>
            <a:ext cx="2103120" cy="19202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423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2. 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17520"/>
            <a:ext cx="1920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7FC"/>
                </a:solidFill>
                <a:latin typeface="Calibri"/>
              </a:rPr>
              <a:t>Connector exposes data sources as Collections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194560"/>
            <a:ext cx="2103120" cy="19202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423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3. 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17520"/>
            <a:ext cx="1920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7FC"/>
                </a:solidFill>
                <a:latin typeface="Calibri"/>
              </a:rPr>
              <a:t>Decrypt → fetch → hash → batch insert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194560"/>
            <a:ext cx="2103120" cy="19202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423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4.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017520"/>
            <a:ext cx="1920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7FC"/>
                </a:solidFill>
                <a:latin typeface="Calibri"/>
              </a:rPr>
              <a:t>AI suggests Control links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194560"/>
            <a:ext cx="2103120" cy="19202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4231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5. 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017520"/>
            <a:ext cx="1920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4F7FC"/>
                </a:solidFill>
                <a:latin typeface="Calibri"/>
              </a:rPr>
              <a:t>Evidence row + CSV attached in GRC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F77"/>
                </a:solidFill>
                <a:latin typeface="Calibri"/>
              </a:rPr>
              <a:t>Each step is tenant-scoped, idempotent, and auditable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Nine production connectors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Azure Entra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Identity, MFA, dormant users, conditional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Azure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Defender, Sentinel, CSPM, secure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Google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317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SCC findings, IAM, org policies, asset inventory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ServiceNow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Incidents, change tickets, CMDB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10896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0040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Tenable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118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Vulnerability scans, asset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10896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Acunetix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118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Web-app vulnerabilities, scan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Cisco ASA / FTD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Firewall rules, AAA, running-config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38912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48056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Palo Alto Networks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920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NGFW rules, threat logs, address 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389120"/>
            <a:ext cx="3657600" cy="109728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48056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3D91"/>
                </a:solidFill>
                <a:latin typeface="Calibri"/>
              </a:rPr>
              <a:t>FortiGate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920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F77"/>
                </a:solidFill>
                <a:latin typeface="Calibri"/>
              </a:rPr>
              <a:t>Policies, UTM, address book, admins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From credential to audit-grade Evidence in 90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Open the Credential Vault. Click a platform card. Paste the credential. Test. Save.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The dashboard immediately shows the collections that platform supports.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Click Collect. Watch records come in, hashed and deduplicated.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Open the collection detail. AI shows you which controls it likely satisfies. Confirm in one click.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Switch to GRC &gt; Evidence. The CSV is already there, mapped, timestamped, defensible.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Security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Credentials encrypted with AES-256-GCM under a customer-scoped CREDENTIAL_ENCRYPTION_KEY.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Decryption happens only in process memory during a collect or test call — never written to disk or logs.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Record hashing (SHA-256 of canonical JSON) makes re-collection idempotent and tamper-detectable.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Multi-tenant isolation enforced at every query: customerAccountId is part of every read and write.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RBAC restricts credential CRUD to customer-administrators; auditors and end users never see secrets.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TLS-only network egress to all connector endpoints.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Quantified before-and-after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91840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828800"/>
            <a:ext cx="4114800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9202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28800"/>
            <a:ext cx="4114800" cy="5029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19202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With Technical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329184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Evidence freshness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33172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42316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Quarterly screenshot drops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33172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39" y="242316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On-demand, hashed, timestamped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2608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Hours per audit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83464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29260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3–6 hrs per control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83464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39" y="29260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&lt;5 min per data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329184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Provenance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33756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34290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10–20 per engagement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333756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34290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Effectively 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3192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New-tool onboarding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84048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40" y="393192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1–6 weeks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84048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39" y="393192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60–90 seconds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329184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Duplicate storage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34340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7640" y="44348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Drifts upward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4343400"/>
            <a:ext cx="4114800" cy="50292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39" y="443484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SHA-256 dedup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Who buys Technical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CISO / Head of GRC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Defensible evidence for ISO 27001, SOC 2, PCI DSS, RBI, SAMA, NESA, NCA, HIPAA.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0" cy="18288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73152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Compliance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Stop being the human glue between IT operations and audit.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486400" cy="18288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73152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Internal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Spot-check controls between formal engagements.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486400" cy="182880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73152" cy="18288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3D91"/>
                </a:solidFill>
                <a:latin typeface="Calibri"/>
              </a:rPr>
              <a:t>MSSP / vCISO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44"/>
                </a:solidFill>
                <a:latin typeface="Calibri"/>
              </a:rPr>
              <a:t>Compliance-as-a-service across many end customers, billable per integration.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COMMERCIALS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Pricing &amp; packaging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Sold as an independent module — buy alone or bundled with GRC, TPRM, or Internal Audit.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Per-customer flat subscription tier with a fair-use cap on collection runs per month.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All nine connectors included — no per-integration upsell.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Custom connector development available as a fixed-scope add-on for non-listed platforms.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Grandfathering: existing Glimmora GRC customers can enable Technical Evidence with a flag flip; no migration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3D91"/>
                </a:solidFill>
                <a:latin typeface="Calibri"/>
              </a:rPr>
              <a:t>Roadmap (next two quarters)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Scheduled collection — cron per collection, defined by the customer admin.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Diff-based collection — push only changed records into the published Evidence CSV.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More connectors: CrowdStrike Falcon, Wiz, Okta, AWS Security Hub.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Bring-your-own-LLM for control-mapping suggestions.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Evidence-level approval workflow — a reviewer signs off before auto-published Evidence is auditor-visible.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Calibri"/>
              </a:rPr>
              <a:t>Glimmora International  •  Technical Evidence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4F7F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Audit evidence shouldn't be a quarterly fire drill.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4F7FC"/>
                </a:solidFill>
                <a:latin typeface="Calibri"/>
              </a:rPr>
              <a:t>Connect your stack once. Stay audit-ready continuously.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F7FC"/>
                </a:solidFill>
                <a:latin typeface="Calibri"/>
              </a:rPr>
              <a:t>info@glimmora.ai  •  glimmora.ai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