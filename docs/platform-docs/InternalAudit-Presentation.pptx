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1643055" cy="18288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B700"/>
                </a:solidFill>
                <a:latin typeface="Calibri"/>
              </a:rPr>
              <a:t>GLIMMORA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Internal Audit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520440"/>
            <a:ext cx="18288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F4F7FC"/>
                </a:solidFill>
                <a:latin typeface="Calibri"/>
              </a:rPr>
              <a:t>Risk-based, AI-augmented internal audit on a modern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295" y="576072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F4F7FC"/>
                </a:solidFill>
                <a:latin typeface="Calibri"/>
              </a:rPr>
              <a:t>Investor &amp; Customer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172200"/>
            <a:ext cx="5029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300" b="1">
                <a:solidFill>
                  <a:srgbClr val="FFB700"/>
                </a:solidFill>
                <a:latin typeface="Calibri"/>
              </a:rPr>
              <a:t>info@glimmora.ai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OUTCOMES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Why teams switch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5187" y="2377440"/>
            <a:ext cx="246888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15187" y="2377440"/>
            <a:ext cx="246888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15187" y="27432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0B3D91"/>
                </a:solidFill>
                <a:latin typeface="Calibri"/>
              </a:rPr>
              <a:t>50%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067" y="379476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Less time on workpaper review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2667" y="2377440"/>
            <a:ext cx="246888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12667" y="2377440"/>
            <a:ext cx="246888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2667" y="27432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0B3D91"/>
                </a:solidFill>
                <a:latin typeface="Calibri"/>
              </a:rPr>
              <a:t>3 langs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5547" y="379476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EN / AR (RTL) / LV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377440"/>
            <a:ext cx="246888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0147" y="2377440"/>
            <a:ext cx="246888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0147" y="2799397"/>
            <a:ext cx="2468880" cy="98488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200" b="1" dirty="0">
                <a:solidFill>
                  <a:srgbClr val="0B3D91"/>
                </a:solidFill>
                <a:latin typeface="Calibri"/>
              </a:rPr>
              <a:t>Compliance-ready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379476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Aligned to your frameworks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7627" y="2377440"/>
            <a:ext cx="246888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07627" y="2377440"/>
            <a:ext cx="246888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07627" y="2743200"/>
            <a:ext cx="24688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200" b="1">
                <a:solidFill>
                  <a:srgbClr val="0B3D91"/>
                </a:solidFill>
                <a:latin typeface="Calibri"/>
              </a:rPr>
              <a:t>99.9%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79476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Production uptime SLA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Internal audit is buried in spreadsheets, email, and tribal knowledge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Audit Committee asks 'Are we covering the right risks?' — answer takes weeks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CAPA closure is opaque; findings repeat year after year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External audit fees rise because the internal trail is hard to follow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Regulators demand demonstrable, risk-based assurance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Boards expect dashboard-grade reporting, not PDFs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has matured to safely augment workpapers, evidence review, and Q&amp;A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Hybrid workforces need one source of truth — not a shared drive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End-to-end Internal Audit lifecycle on one platform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Risk-based planning  →  fieldwork  →  findings  →  CAPA  →  reporting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AI-augmented at every stage — the human stays in control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Multi-tenant SaaS, or single-tenant in your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Product Tour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MODULE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The Audit Lifecycle in One 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Audit Universe + Risk Universe feed the Annual Plan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Audit timelines are tracked within the Audit Universe itself — no parallel schedule to maintain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Engagements drive Fieldwork; Fieldwork generates Findings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Findings drive CAPA; CAPA closures feed Reports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Reports go straight to the Audit Committee — no manual assembly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Eleven Modules, One Workspace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Dashboard — execution, CAPA aging, risk-by-rating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Audit Universe + Risk Universe — your taxonomies, your scoring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Risk Identification — capture and triage emerging risks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Risk Register — single source of truth for risk exposure and treatment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Audit Planning — manual or AI-generated annual plan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Fieldwork — workpapers, evidence requests, findings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CAPA Tracking — owner, due date, AI review of closure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Reports + Document Library — board-ready outputs and searchable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AI Capabilities — Embedded, Not Bolt-On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AI-Recommended Audits — surface where to audit next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Workpapers — draft tests against process and risk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Evidence Review — verify completeness and relevance of uploaded evidence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Audit Q&amp;A — chat with past engagements and evidence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CAPA Review — flags weak or off-topic closure evidence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Risk Suggestions — propose risks from process narratives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Translation — Arabic and Latvian for global teams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Stakeholder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TWO-COLUMN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Who Wins and How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Audit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303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Audit Head — defensible methodology, board-ready reporting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Audit Manager — workpaper review time cut in half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Auditor — reusable processes, AI workpaper drafts, self-service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828800"/>
            <a:ext cx="27432" cy="4572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303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Business &amp;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530352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Auditee — one dashboard for every request, finding, and CAPA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CFO — reduced external audit fees and TCO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Board — live coverage view, not a quarterly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Trust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Security &amp;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AES-256-GCM at rest, TLS 1.2+ in transit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RBAC with 8+ audit-specific roles enforced at three layers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Full activity log — every read, edit, approval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Aligns with frameworks that meet your organization's standards and requirements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Encryption kill switch + 90-day master-key rotation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Deployment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Multi-tenant SaaS on DigitalOcean (default)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Single-tenant in customer cloud (AWS / Azure / GCP)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On-Premise — fully customer-hosted deployment supported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Hybrid — app in customer cloud, AI services on Glimmora backbone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UAT + Production environments included, gated by feature flags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Implementation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1–2: Discovery — map audit universe and risk taxonomy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3–4: Configuration — scoring, roles, processes, departments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5–6: Pilot engagement with one audit team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7–8: Migration of historical findings + CAPA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9+: Full rollout with weekly office hours for 90 days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Commercial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Pricing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Per-tenant annual subscription tied to user tiers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services metered separately for fair-use pricing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Single-tenant deployments quoted on infrastructure footprint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Implementation services billed per phase, fixed-fee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Cancellation within 15 days qualifies for a refund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WHY GLIMMORA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Why Glimmora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Purpose-built for GRC — not a generic workflow tool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Founders bring decades of audit and consulting experience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Modern stack (Next.js 16, Python AI) — not a legacy product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Reference customers across BFSI, healthcare, and public sector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Roadmap (12 Months)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Continuous-control monitoring integrations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ServiceNow / Jira CAPA webhooks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Advanced analytics over multi-year audit history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Voice-driven evidence capture for field auditors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1643055" cy="18288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18288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F4F7FC"/>
                </a:solidFill>
                <a:latin typeface="Calibri"/>
              </a:rPr>
              <a:t>Let's run a two-week pilot on a real engagement.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058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Reach us at info@glimmora.ai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30-minute discovery call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60-minute live demo on your audit universe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Two-week pilot on UAT with a real engagement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Production go-live in 6 – 8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Internal Audit Platform  •  info@glimmora.ai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1175</Words>
  <Application>Microsoft Office PowerPoint</Application>
  <PresentationFormat>Widescreen</PresentationFormat>
  <Paragraphs>166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Ravi Rawat</cp:lastModifiedBy>
  <cp:revision>2</cp:revision>
  <dcterms:created xsi:type="dcterms:W3CDTF">2013-01-27T09:14:16Z</dcterms:created>
  <dcterms:modified xsi:type="dcterms:W3CDTF">2026-05-16T12:27:27Z</dcterms:modified>
  <cp:category/>
</cp:coreProperties>
</file>